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42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868680"/>
            <a:ext cx="841248" cy="841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 ·  PROYECTO TRANSVERSAL (ABP)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 de la Semana 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41248" y="329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AEB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avanzados de Python y buenas prácticas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68680" y="4572000"/>
            <a:ext cx="274320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trabajas la Fase 1 y la Fase 2 del proyecto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Omar Salinas Silva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omar.salinas@unab.cl</a:t>
            </a:r>
            <a:r>
              <a:rPr lang="en-US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25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Magíster en Ciencia de Datos e Inteligencia Artificial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ruta del curso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avanza por fases. Esta semana abarca las dos primeras fases del proyecto.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68096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615184" y="2468880"/>
            <a:ext cx="329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926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035808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054096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orientación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01184" y="2468880"/>
            <a:ext cx="329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212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5321808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340096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recopilación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187184" y="2468880"/>
            <a:ext cx="329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498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7498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7607808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626096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proyecto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473184" y="2468880"/>
            <a:ext cx="329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84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3"/>
          <p:cNvSpPr/>
          <p:nvPr/>
        </p:nvSpPr>
        <p:spPr>
          <a:xfrm>
            <a:off x="9784080" y="2468880"/>
            <a:ext cx="1993392" cy="18288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9893808" y="2743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4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9912096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comunicación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926080" y="4480560"/>
            <a:ext cx="4279392" cy="457200"/>
          </a:xfrm>
          <a:prstGeom prst="roundRect">
            <a:avLst>
              <a:gd name="adj" fmla="val 16000"/>
            </a:avLst>
          </a:prstGeom>
          <a:solidFill>
            <a:srgbClr val="FBEBEC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2926080" y="448056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Estás aquí: Semana 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LOGRARÁS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la semana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58968" cy="4023360"/>
          </a:xfrm>
          <a:prstGeom prst="roundRect">
            <a:avLst>
              <a:gd name="adj" fmla="val 18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458968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2585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210312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51560" y="3154680"/>
            <a:ext cx="46360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problemática del proyecto y planificar el flujo de trabajo reproducible: contexto, objetivos iniciales y organización del entorno colaborativo con GitHub y Jupyter Notebooks.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91072" y="1600200"/>
            <a:ext cx="5458968" cy="4023360"/>
          </a:xfrm>
          <a:prstGeom prst="roundRect">
            <a:avLst>
              <a:gd name="adj" fmla="val 18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6291072" y="1600200"/>
            <a:ext cx="5458968" cy="12801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6656832" y="205740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2585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16952" y="210312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702552" y="3154680"/>
            <a:ext cx="46360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pipeline inicial de obtención, limpieza y transformación de datos con programación estructurada en Python (NumPy y Pandas), en un notebook ejecutable y documentado.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PARTE DE LA SEMANA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68680" y="41148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orientación de la situación · planificación del entorno reproducible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Actividades a realizar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77824" y="157276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691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146304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y análisis de material base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72768" y="177393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recursos introductorios del curso y del proyecto ABP: enfoque, reproducibilidad y trazabilidad.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377440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877824" y="2578608"/>
            <a:ext cx="512064" cy="512064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2697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2768" y="246888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práctica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72768" y="277977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un mapa conceptual técnico que integre la problemática, las etapas del proceso y las herramientas.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77824" y="358444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37033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347472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Reflexión o discusión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72768" y="378561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avances y recibir retroalimentación temprana sobre el flujo de trabajo propuesto.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89120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6"/>
          <p:cNvSpPr/>
          <p:nvPr/>
        </p:nvSpPr>
        <p:spPr>
          <a:xfrm>
            <a:off x="877824" y="4590288"/>
            <a:ext cx="512064" cy="512064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4709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72768" y="44805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formativa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572768" y="479145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 técnico y exploración guiada de herramientas. Sin nota, con feedback.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5394960"/>
            <a:ext cx="10927080" cy="9144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0"/>
          <p:cNvSpPr/>
          <p:nvPr/>
        </p:nvSpPr>
        <p:spPr>
          <a:xfrm>
            <a:off x="877824" y="559612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57150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72768" y="548640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sumativa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572768" y="5797296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inicial del entorno reproducible y documentación técnica (con rúbrica).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EN ESTE ORDEN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Ruta de recursos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60020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Fase 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76606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008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72034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Interactivo: Pensamiento algorítmico aplicado a la ciencia de datos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384048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paso: elaboración del mapa conceptual técnico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500634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4008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96062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Cápsula: Fundamentos del ecosistema científico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17920" y="164592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6217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12280" y="160020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como herramienta científica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17920" y="276606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217920" y="2766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12280" y="272034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Interactivo: Git y GitHub profesional para ciencia de datos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17920" y="38862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217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12280" y="384048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Audiovisual: Git y GitHub para el control de versiones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500634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621792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12280" y="4960620"/>
            <a:ext cx="4709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Interactivo: Crear entornos reproducibles en GitHub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ENTREGA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Evaluaciones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58968" cy="4069080"/>
          </a:xfrm>
          <a:prstGeom prst="roundRect">
            <a:avLst>
              <a:gd name="adj" fmla="val 179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5458968" cy="128016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05840" y="192024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Formativa 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2468880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 — Exploración guiada de herramientas colaborativas.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05840" y="3383280"/>
            <a:ext cx="4727448" cy="502920"/>
          </a:xfrm>
          <a:prstGeom prst="roundRect">
            <a:avLst>
              <a:gd name="adj" fmla="val 45455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005840" y="338328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ponderación (0%)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406908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un mapa conceptual técnico y recibe retroalimentación para mejorar antes de la sumativa.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91072" y="1554480"/>
            <a:ext cx="5458968" cy="4069080"/>
          </a:xfrm>
          <a:prstGeom prst="roundRect">
            <a:avLst>
              <a:gd name="adj" fmla="val 179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291072" y="1554480"/>
            <a:ext cx="5458968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656832" y="192024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Sumativa 1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656832" y="2468880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inicial del entorno reproducible y documentación técnica.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656832" y="3383280"/>
            <a:ext cx="4727448" cy="502920"/>
          </a:xfrm>
          <a:prstGeom prst="roundRect">
            <a:avLst>
              <a:gd name="adj" fmla="val 45455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6656832" y="3383280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de la nota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75120" y="406908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configurado, estructura base y documentación técnica inicial, evaluado con rúbrica.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 DE LA SEMANA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68680" y="41148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inicial del pipeline de datos · obtención, limpieza y transformación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Actividades a realizar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10927080" cy="1078992"/>
          </a:xfrm>
          <a:prstGeom prst="roundRect">
            <a:avLst>
              <a:gd name="adj" fmla="val 423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77824" y="1700784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81965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150876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y análisis de material base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72768" y="1819656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programación estructurada en Python y el rol de NumPy y Pandas en el trabajo con datos.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615184"/>
            <a:ext cx="10927080" cy="1078992"/>
          </a:xfrm>
          <a:prstGeom prst="roundRect">
            <a:avLst>
              <a:gd name="adj" fmla="val 423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877824" y="2898648"/>
            <a:ext cx="512064" cy="512064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017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2768" y="270662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práctica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72768" y="3017520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pipeline inicial: obtención, limpieza y transformación de datos en notebooks ejecutables.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813048"/>
            <a:ext cx="10927080" cy="1078992"/>
          </a:xfrm>
          <a:prstGeom prst="roundRect">
            <a:avLst>
              <a:gd name="adj" fmla="val 423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877824" y="4096512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21538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39044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Reflexión o discusión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72768" y="421538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sobre el paso de la planificación a la implementación técnica y los desafíos del trabajo con datos.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5010912"/>
            <a:ext cx="10927080" cy="1078992"/>
          </a:xfrm>
          <a:prstGeom prst="roundRect">
            <a:avLst>
              <a:gd name="adj" fmla="val 4237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16"/>
          <p:cNvSpPr/>
          <p:nvPr/>
        </p:nvSpPr>
        <p:spPr>
          <a:xfrm>
            <a:off x="877824" y="5294376"/>
            <a:ext cx="512064" cy="512064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4132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72768" y="510235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sumativa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572768" y="5413248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grupal con notebook ejecutado y repositorio actualizado (con rúbrica).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EN ESTE ORDEN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Ruta de recursos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Cápsula: Introducción de la Fase 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468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Audiovisual: Programación estructurada y procesos en Python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3383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Audiovisual: Funciones en Python, guía paso a paso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297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Apunte: Programación estructurada y funciones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5212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Apunte: Estructura profesional de proyectos en Python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12280" y="1554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Apunte: Introductorio sobre NumPy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17920" y="25146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12280" y="2468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Apunte: Pandas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3429000"/>
            <a:ext cx="457200" cy="457200"/>
          </a:xfrm>
          <a:prstGeom prst="ellipse">
            <a:avLst/>
          </a:prstGeom>
          <a:solidFill>
            <a:srgbClr val="C1121F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6217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12280" y="33832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Interactivo: Preprocesamiento de datos en Python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6217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12280" y="4297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Audiovisual: Preprocesamiento y transformación con NumPy y Pandas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ENTREGA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Evaluación Sumativa 2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27080" cy="4023360"/>
          </a:xfrm>
          <a:prstGeom prst="roundRect">
            <a:avLst>
              <a:gd name="adj" fmla="val 18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0927080" cy="128016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05840" y="18745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de obtención, limpieza y transformación de datos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005840" y="2514600"/>
            <a:ext cx="1828800" cy="502920"/>
          </a:xfrm>
          <a:prstGeom prst="roundRect">
            <a:avLst>
              <a:gd name="adj" fmla="val 45455"/>
            </a:avLst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 de la nota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24612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reproducible con programación estructurada (estructuras de control y funciones).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librerías del ecosistema científico: NumPy y Pandas.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actualizado, con buenas prácticas de documentación técnica.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 con la problemática y el diseño técnico definidos en la Fase 1.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con rúbrica analítica; trabajo grupal.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ENCONTRAMOS EN VIVO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Sesión sincrónica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27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sesión sincrónica del curso busca compartir la ruta de aprendizaje, reforzar los contenidos de la semana y resolver tus consultas.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90779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48716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qué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45920" y="288036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en común aprendizajes, reforzar contenidos y dar retroalimentación a tus dudas.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91072" y="228600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6565392" y="278892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9077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96912" y="248716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acceder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96912" y="288036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la plataforma; el enlace se envía por anuncio y correo electrónico.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64515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422452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la sesión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645920" y="461772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recursos de la semana para aprovechar el espacio de consultas.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91072" y="402336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7"/>
          <p:cNvSpPr/>
          <p:nvPr/>
        </p:nvSpPr>
        <p:spPr>
          <a:xfrm>
            <a:off x="6565392" y="4526280"/>
            <a:ext cx="548640" cy="548640"/>
          </a:xfrm>
          <a:prstGeom prst="ellipse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64515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96912" y="422452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no puedes asistir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296912" y="461772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Quedará disponible la grabación en la Sala Virtual del menú lateral.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13232" cy="713232"/>
          </a:xfrm>
          <a:prstGeom prst="ellipse">
            <a:avLst/>
          </a:prstGeom>
          <a:solidFill>
            <a:srgbClr val="13294B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COLABORATIVO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6766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Reflexión y foro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27080" cy="3931920"/>
          </a:xfrm>
          <a:prstGeom prst="roundRect">
            <a:avLst>
              <a:gd name="adj" fmla="val 1860"/>
            </a:avLst>
          </a:prstGeom>
          <a:solidFill>
            <a:srgbClr val="F2F5F9"/>
          </a:solidFill>
          <a:ln w="12700">
            <a:solidFill>
              <a:srgbClr val="D6DE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05840" y="187452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sienta las bases metodológicas del proyecto: la importancia de la reproducibilidad, la documentación técnica y el uso inicial de Git/GitHub y Jupyter Notebooks, conectados con situaciones reales del ámbito profesional.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291840"/>
            <a:ext cx="219456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el foro de discusión: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tu visión inicial y comenta las ideas de tus compañeros. No buscamos una respuesta “correcta”, sino tu perspectiva.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4663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una mejora concreta en tu flujo de trabajo y en la organización de tu entorno reproducible para la siguiente etapa.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12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058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ABORDAR LA SEMANA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Primero comprende, luego planifica e implementa.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68680" y="3611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Revisa los recursos en el orden propuesto (Fase 1 y luego Fase 2).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Desarrolla la formativa (mapa conceptual) y aprovecha la retroalimentación.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Implementa el entorno reproducible y el notebook de datos para las sumativas.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EB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Participa en el foro y en la sesión sincrónica.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5715000"/>
            <a:ext cx="237744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6868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¡Mucho éxito en esta primera semana!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1003</Words>
  <Application>Microsoft Macintosh PowerPoint</Application>
  <PresentationFormat>Panorámica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Actividades Semana 1</dc:title>
  <dc:subject>PptxGenJS Presentation</dc:subject>
  <dc:creator>PptxGenJS</dc:creator>
  <cp:lastModifiedBy>Omar Iván Salinas Silva</cp:lastModifiedBy>
  <cp:revision>2</cp:revision>
  <dcterms:created xsi:type="dcterms:W3CDTF">2026-06-01T18:02:27Z</dcterms:created>
  <dcterms:modified xsi:type="dcterms:W3CDTF">2026-06-01T19:49:01Z</dcterms:modified>
</cp:coreProperties>
</file>